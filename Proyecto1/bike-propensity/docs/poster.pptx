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Poster de una sola diapositiva (imagen). Fuente editable: docs/poster.html.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o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